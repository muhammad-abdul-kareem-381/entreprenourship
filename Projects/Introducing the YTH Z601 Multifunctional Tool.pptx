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461" autoAdjust="0"/>
  </p:normalViewPr>
  <p:slideViewPr>
    <p:cSldViewPr snapToGrid="0">
      <p:cViewPr varScale="1">
        <p:scale>
          <a:sx n="73" d="100"/>
          <a:sy n="73" d="100"/>
        </p:scale>
        <p:origin x="10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AE5C-065B-47F5-9643-80ABF9B0D38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65FD-3790-45E4-8F8C-6D954830B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37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AE5C-065B-47F5-9643-80ABF9B0D38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65FD-3790-45E4-8F8C-6D954830B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4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AE5C-065B-47F5-9643-80ABF9B0D38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65FD-3790-45E4-8F8C-6D954830B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5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AE5C-065B-47F5-9643-80ABF9B0D38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65FD-3790-45E4-8F8C-6D954830B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6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AE5C-065B-47F5-9643-80ABF9B0D38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65FD-3790-45E4-8F8C-6D954830B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97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AE5C-065B-47F5-9643-80ABF9B0D38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65FD-3790-45E4-8F8C-6D954830B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71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AE5C-065B-47F5-9643-80ABF9B0D38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65FD-3790-45E4-8F8C-6D954830B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5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AE5C-065B-47F5-9643-80ABF9B0D38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65FD-3790-45E4-8F8C-6D954830B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6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AE5C-065B-47F5-9643-80ABF9B0D38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65FD-3790-45E4-8F8C-6D954830B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AE5C-065B-47F5-9643-80ABF9B0D38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65FD-3790-45E4-8F8C-6D954830B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7AE5C-065B-47F5-9643-80ABF9B0D38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E65FD-3790-45E4-8F8C-6D954830B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2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7AE5C-065B-47F5-9643-80ABF9B0D383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E65FD-3790-45E4-8F8C-6D954830B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50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C0E0-437F-0B72-20C9-05CBD9D16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372" y="1122362"/>
            <a:ext cx="10289628" cy="5165315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1" dirty="0"/>
              <a:t>Introducing the </a:t>
            </a:r>
            <a:r>
              <a:rPr lang="en-US" b="1" dirty="0"/>
              <a:t>YTH Z601 </a:t>
            </a:r>
            <a:r>
              <a:rPr lang="en-US" sz="4400" b="1" dirty="0"/>
              <a:t>Multifunctional Tool</a:t>
            </a:r>
            <a:br>
              <a:rPr lang="en-US" dirty="0"/>
            </a:br>
            <a:r>
              <a:rPr lang="en-US" sz="3100" dirty="0"/>
              <a:t>A high-performance, all-in-one professional hand tool engineered for versatility, efficiency, and durability — designed to streamline multiple tasks with a single device.</a:t>
            </a:r>
            <a:br>
              <a:rPr lang="en-US" dirty="0"/>
            </a:br>
            <a:r>
              <a:rPr lang="en-US" sz="5300" b="1" dirty="0"/>
              <a:t>Key Benefits:</a:t>
            </a:r>
            <a:br>
              <a:rPr lang="en-US" dirty="0"/>
            </a:br>
            <a:r>
              <a:rPr lang="en-US" sz="3100" dirty="0"/>
              <a:t>✔ </a:t>
            </a:r>
            <a:r>
              <a:rPr lang="en-US" sz="3100" b="1" dirty="0"/>
              <a:t>True All-in-One Functionality</a:t>
            </a:r>
            <a:r>
              <a:rPr lang="en-US" sz="3100" dirty="0"/>
              <a:t> </a:t>
            </a:r>
            <a:br>
              <a:rPr lang="en-US" sz="3100" dirty="0"/>
            </a:br>
            <a:r>
              <a:rPr lang="en-US" sz="3100" dirty="0"/>
              <a:t>✔ </a:t>
            </a:r>
            <a:r>
              <a:rPr lang="en-US" sz="3100" b="1" dirty="0"/>
              <a:t>Professional-Grade Performance</a:t>
            </a:r>
            <a:r>
              <a:rPr lang="en-US" sz="3100" dirty="0"/>
              <a:t> </a:t>
            </a:r>
            <a:br>
              <a:rPr lang="en-US" sz="3100" dirty="0"/>
            </a:br>
            <a:r>
              <a:rPr lang="en-US" sz="3100" dirty="0"/>
              <a:t>✔ </a:t>
            </a:r>
            <a:r>
              <a:rPr lang="en-US" sz="3100" b="1" dirty="0"/>
              <a:t>Efficiency &amp; Time Savings</a:t>
            </a:r>
            <a:r>
              <a:rPr lang="en-US" sz="3100" dirty="0"/>
              <a:t> </a:t>
            </a:r>
            <a:br>
              <a:rPr lang="en-US" sz="3100" dirty="0"/>
            </a:br>
            <a:r>
              <a:rPr lang="en-US" sz="3100" dirty="0"/>
              <a:t>✔ </a:t>
            </a:r>
            <a:r>
              <a:rPr lang="en-US" sz="3100" b="1" dirty="0"/>
              <a:t>Cost-Effective Solution</a:t>
            </a:r>
            <a:br>
              <a:rPr lang="en-US" dirty="0"/>
            </a:b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9F144-3090-DF70-3EDC-6E42CD8B9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-2165131" y="8135006"/>
            <a:ext cx="1030014" cy="147146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BEA74B-8071-2332-2B5F-769F6AE18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80" t="-304" r="-10901" b="304"/>
          <a:stretch>
            <a:fillRect/>
          </a:stretch>
        </p:blipFill>
        <p:spPr>
          <a:xfrm>
            <a:off x="8071945" y="2438400"/>
            <a:ext cx="4211456" cy="37038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798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F84253-FA62-4FA0-BE6F-6FC78B5252F6}"/>
              </a:ext>
            </a:extLst>
          </p:cNvPr>
          <p:cNvSpPr txBox="1"/>
          <p:nvPr/>
        </p:nvSpPr>
        <p:spPr>
          <a:xfrm>
            <a:off x="746234" y="1843950"/>
            <a:ext cx="95013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Why Choose YTH Z601?</a:t>
            </a:r>
            <a:br>
              <a:rPr lang="en-US" dirty="0"/>
            </a:br>
            <a:r>
              <a:rPr lang="en-US" sz="2400" dirty="0"/>
              <a:t>• Reduces workload and tool clutter</a:t>
            </a:r>
            <a:br>
              <a:rPr lang="en-US" sz="2400" dirty="0"/>
            </a:br>
            <a:r>
              <a:rPr lang="en-US" sz="2400" dirty="0"/>
              <a:t>• Delivers higher efficiency and precision</a:t>
            </a:r>
            <a:br>
              <a:rPr lang="en-US" sz="2400" dirty="0"/>
            </a:br>
            <a:r>
              <a:rPr lang="en-US" sz="2400" dirty="0"/>
              <a:t>• Offers professional results without complexity</a:t>
            </a:r>
            <a:br>
              <a:rPr lang="en-US" sz="2400" dirty="0"/>
            </a:br>
            <a:r>
              <a:rPr lang="en-US" sz="2400" dirty="0"/>
              <a:t>• A smart investment for serious workers and hobbyists alike</a:t>
            </a:r>
          </a:p>
        </p:txBody>
      </p:sp>
    </p:spTree>
    <p:extLst>
      <p:ext uri="{BB962C8B-B14F-4D97-AF65-F5344CB8AC3E}">
        <p14:creationId xmlns:p14="http://schemas.microsoft.com/office/powerpoint/2010/main" val="25036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</TotalTime>
  <Words>97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Introducing the YTH Z601 Multifunctional Tool A high-performance, all-in-one professional hand tool engineered for versatility, efficiency, and durability — designed to streamline multiple tasks with a single device. Key Benefits: ✔ True All-in-One Functionality  ✔ Professional-Grade Performance  ✔ Efficiency &amp; Time Savings  ✔ Cost-Effective Solution   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 7400</dc:creator>
  <cp:lastModifiedBy>DELL 7400</cp:lastModifiedBy>
  <cp:revision>2</cp:revision>
  <dcterms:created xsi:type="dcterms:W3CDTF">2026-02-22T18:11:33Z</dcterms:created>
  <dcterms:modified xsi:type="dcterms:W3CDTF">2026-02-22T18:21:58Z</dcterms:modified>
</cp:coreProperties>
</file>